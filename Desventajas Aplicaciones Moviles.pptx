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2" r:id="rId1"/>
  </p:sldMasterIdLst>
  <p:notesMasterIdLst>
    <p:notesMasterId r:id="rId8"/>
  </p:notesMasterIdLst>
  <p:sldIdLst>
    <p:sldId id="256" r:id="rId2"/>
    <p:sldId id="261" r:id="rId3"/>
    <p:sldId id="258" r:id="rId4"/>
    <p:sldId id="259" r:id="rId5"/>
    <p:sldId id="262" r:id="rId6"/>
    <p:sldId id="263" r:id="rId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CB7E50E-1316-4F63-869B-D8A25C867746}">
  <a:tblStyle styleId="{ACB7E50E-1316-4F63-869B-D8A25C86774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99" autoAdjust="0"/>
    <p:restoredTop sz="94660"/>
  </p:normalViewPr>
  <p:slideViewPr>
    <p:cSldViewPr snapToGrid="0">
      <p:cViewPr>
        <p:scale>
          <a:sx n="100" d="100"/>
          <a:sy n="100" d="100"/>
        </p:scale>
        <p:origin x="970" y="18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e7b51334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e7b51334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e7b3cc9d39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9" name="Google Shape;559;ge7b3cc9d39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e7b3cc9d3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e7b3cc9d3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e7f9c668d6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e7f9c668d6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e7f9c668d6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e7f9c668d6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159417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e7f9c668d6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e7f9c668d6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84965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0" y="0"/>
            <a:ext cx="4572000" cy="5928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1413525" y="1144250"/>
            <a:ext cx="5788800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2231025" y="2765300"/>
            <a:ext cx="6202800" cy="46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2"/>
          </p:nvPr>
        </p:nvSpPr>
        <p:spPr>
          <a:xfrm>
            <a:off x="1788725" y="1761800"/>
            <a:ext cx="5788800" cy="46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" name="Google Shape;14;p2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" name="Google Shape;15;p2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" name="Google Shape;16;p2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" name="Google Shape;17;p2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" name="Google Shape;18;p2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9" name="Google Shape;19;p2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" name="Google Shape;20;p2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" name="Google Shape;21;p2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" name="Google Shape;22;p2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3" name="Google Shape;23;p2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" name="Google Shape;24;p2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5" name="Google Shape;25;p2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6" name="Google Shape;26;p2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" name="Google Shape;27;p2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3"/>
          <p:cNvSpPr txBox="1">
            <a:spLocks noGrp="1"/>
          </p:cNvSpPr>
          <p:nvPr>
            <p:ph type="title" hasCustomPrompt="1"/>
          </p:nvPr>
        </p:nvSpPr>
        <p:spPr>
          <a:xfrm flipH="1">
            <a:off x="2054663" y="586975"/>
            <a:ext cx="1842300" cy="11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100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2" name="Google Shape;32;p3"/>
          <p:cNvSpPr txBox="1">
            <a:spLocks noGrp="1"/>
          </p:cNvSpPr>
          <p:nvPr>
            <p:ph type="title" idx="2"/>
          </p:nvPr>
        </p:nvSpPr>
        <p:spPr>
          <a:xfrm>
            <a:off x="2605788" y="1846623"/>
            <a:ext cx="5377200" cy="53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3" name="Google Shape;33;p3"/>
          <p:cNvSpPr txBox="1">
            <a:spLocks noGrp="1"/>
          </p:cNvSpPr>
          <p:nvPr>
            <p:ph type="subTitle" idx="1"/>
          </p:nvPr>
        </p:nvSpPr>
        <p:spPr>
          <a:xfrm>
            <a:off x="3038363" y="2448125"/>
            <a:ext cx="3960900" cy="78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3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3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5" name="Google Shape;35;p3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6" name="Google Shape;36;p3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7" name="Google Shape;37;p3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8" name="Google Shape;38;p3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9" name="Google Shape;39;p3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0" name="Google Shape;40;p3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1" name="Google Shape;41;p3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" name="Google Shape;42;p3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" name="Google Shape;43;p3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" name="Google Shape;44;p3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5" name="Google Shape;45;p3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6" name="Google Shape;46;p3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7" name="Google Shape;47;p3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9"/>
          <p:cNvSpPr/>
          <p:nvPr/>
        </p:nvSpPr>
        <p:spPr>
          <a:xfrm>
            <a:off x="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9"/>
          <p:cNvSpPr txBox="1">
            <a:spLocks noGrp="1"/>
          </p:cNvSpPr>
          <p:nvPr>
            <p:ph type="title"/>
          </p:nvPr>
        </p:nvSpPr>
        <p:spPr>
          <a:xfrm>
            <a:off x="1131500" y="621250"/>
            <a:ext cx="4045200" cy="53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47" name="Google Shape;147;p9"/>
          <p:cNvSpPr txBox="1">
            <a:spLocks noGrp="1"/>
          </p:cNvSpPr>
          <p:nvPr>
            <p:ph type="subTitle" idx="1"/>
          </p:nvPr>
        </p:nvSpPr>
        <p:spPr>
          <a:xfrm>
            <a:off x="1593350" y="1574450"/>
            <a:ext cx="5539200" cy="14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48" name="Google Shape;148;p9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9" name="Google Shape;149;p9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0" name="Google Shape;150;p9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1" name="Google Shape;151;p9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2" name="Google Shape;152;p9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3" name="Google Shape;153;p9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4" name="Google Shape;154;p9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5" name="Google Shape;155;p9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6" name="Google Shape;156;p9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7" name="Google Shape;157;p9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8" name="Google Shape;158;p9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9" name="Google Shape;159;p9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0" name="Google Shape;160;p9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1" name="Google Shape;161;p9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6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3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3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13"/>
          <p:cNvSpPr txBox="1">
            <a:spLocks noGrp="1"/>
          </p:cNvSpPr>
          <p:nvPr>
            <p:ph type="title" hasCustomPrompt="1"/>
          </p:nvPr>
        </p:nvSpPr>
        <p:spPr>
          <a:xfrm flipH="1">
            <a:off x="1460450" y="1436713"/>
            <a:ext cx="8721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188" name="Google Shape;188;p13"/>
          <p:cNvSpPr txBox="1">
            <a:spLocks noGrp="1"/>
          </p:cNvSpPr>
          <p:nvPr>
            <p:ph type="subTitle" idx="1"/>
          </p:nvPr>
        </p:nvSpPr>
        <p:spPr>
          <a:xfrm>
            <a:off x="2332550" y="1775113"/>
            <a:ext cx="3129000" cy="48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89" name="Google Shape;189;p13"/>
          <p:cNvSpPr txBox="1">
            <a:spLocks noGrp="1"/>
          </p:cNvSpPr>
          <p:nvPr>
            <p:ph type="subTitle" idx="2"/>
          </p:nvPr>
        </p:nvSpPr>
        <p:spPr>
          <a:xfrm>
            <a:off x="2332550" y="1436725"/>
            <a:ext cx="31290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800">
                <a:solidFill>
                  <a:schemeClr val="accent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0" name="Google Shape;190;p13"/>
          <p:cNvSpPr txBox="1">
            <a:spLocks noGrp="1"/>
          </p:cNvSpPr>
          <p:nvPr>
            <p:ph type="title" idx="3" hasCustomPrompt="1"/>
          </p:nvPr>
        </p:nvSpPr>
        <p:spPr>
          <a:xfrm flipH="1">
            <a:off x="2850125" y="2419862"/>
            <a:ext cx="8721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191" name="Google Shape;191;p13"/>
          <p:cNvSpPr txBox="1">
            <a:spLocks noGrp="1"/>
          </p:cNvSpPr>
          <p:nvPr>
            <p:ph type="subTitle" idx="4"/>
          </p:nvPr>
        </p:nvSpPr>
        <p:spPr>
          <a:xfrm>
            <a:off x="3722225" y="2755463"/>
            <a:ext cx="3129000" cy="48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2" name="Google Shape;192;p13"/>
          <p:cNvSpPr txBox="1">
            <a:spLocks noGrp="1"/>
          </p:cNvSpPr>
          <p:nvPr>
            <p:ph type="subTitle" idx="5"/>
          </p:nvPr>
        </p:nvSpPr>
        <p:spPr>
          <a:xfrm>
            <a:off x="3722225" y="2419850"/>
            <a:ext cx="31290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800">
                <a:solidFill>
                  <a:schemeClr val="lt2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3" name="Google Shape;193;p13"/>
          <p:cNvSpPr txBox="1">
            <a:spLocks noGrp="1"/>
          </p:cNvSpPr>
          <p:nvPr>
            <p:ph type="title" idx="6" hasCustomPrompt="1"/>
          </p:nvPr>
        </p:nvSpPr>
        <p:spPr>
          <a:xfrm flipH="1">
            <a:off x="4242875" y="3400212"/>
            <a:ext cx="8721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194" name="Google Shape;194;p13"/>
          <p:cNvSpPr txBox="1">
            <a:spLocks noGrp="1"/>
          </p:cNvSpPr>
          <p:nvPr>
            <p:ph type="subTitle" idx="7"/>
          </p:nvPr>
        </p:nvSpPr>
        <p:spPr>
          <a:xfrm>
            <a:off x="5114975" y="3738593"/>
            <a:ext cx="3129000" cy="48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5" name="Google Shape;195;p13"/>
          <p:cNvSpPr txBox="1">
            <a:spLocks noGrp="1"/>
          </p:cNvSpPr>
          <p:nvPr>
            <p:ph type="subTitle" idx="8"/>
          </p:nvPr>
        </p:nvSpPr>
        <p:spPr>
          <a:xfrm>
            <a:off x="5114975" y="3400200"/>
            <a:ext cx="31290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8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6" name="Google Shape;196;p13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97" name="Google Shape;197;p13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98" name="Google Shape;198;p13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99" name="Google Shape;199;p13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0" name="Google Shape;200;p13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1" name="Google Shape;201;p13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2" name="Google Shape;202;p13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3" name="Google Shape;203;p13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4" name="Google Shape;204;p13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5" name="Google Shape;205;p13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6" name="Google Shape;206;p13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7" name="Google Shape;207;p13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8" name="Google Shape;208;p13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9" name="Google Shape;209;p13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0" name="Google Shape;210;p13"/>
          <p:cNvSpPr txBox="1">
            <a:spLocks noGrp="1"/>
          </p:cNvSpPr>
          <p:nvPr>
            <p:ph type="title" idx="9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">
  <p:cSld name="CUSTOM_9"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3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23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23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0" name="Google Shape;420;p23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1" name="Google Shape;421;p23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2" name="Google Shape;422;p23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3" name="Google Shape;423;p23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4" name="Google Shape;424;p23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5" name="Google Shape;425;p23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6" name="Google Shape;426;p23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7" name="Google Shape;427;p23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8" name="Google Shape;428;p23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9" name="Google Shape;429;p23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0" name="Google Shape;430;p23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1" name="Google Shape;431;p23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2" name="Google Shape;432;p23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 1">
  <p:cSld name="CUSTOM_9_2"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4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24"/>
          <p:cNvSpPr/>
          <p:nvPr/>
        </p:nvSpPr>
        <p:spPr>
          <a:xfrm>
            <a:off x="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" name="Google Shape;436;p24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7" name="Google Shape;437;p24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8" name="Google Shape;438;p24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9" name="Google Shape;439;p24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0" name="Google Shape;440;p24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1" name="Google Shape;441;p24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2" name="Google Shape;442;p24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3" name="Google Shape;443;p24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4" name="Google Shape;444;p24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5" name="Google Shape;445;p24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6" name="Google Shape;446;p24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7" name="Google Shape;447;p24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8" name="Google Shape;448;p24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9" name="Google Shape;449;p24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5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Code"/>
              <a:buNone/>
              <a:defRPr sz="2800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5" r:id="rId3"/>
    <p:sldLayoutId id="2147483658" r:id="rId4"/>
    <p:sldLayoutId id="2147483659" r:id="rId5"/>
    <p:sldLayoutId id="2147483669" r:id="rId6"/>
    <p:sldLayoutId id="2147483670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27"/>
          <p:cNvSpPr txBox="1">
            <a:spLocks noGrp="1"/>
          </p:cNvSpPr>
          <p:nvPr>
            <p:ph type="ctrTitle"/>
          </p:nvPr>
        </p:nvSpPr>
        <p:spPr>
          <a:xfrm>
            <a:off x="1413525" y="1144250"/>
            <a:ext cx="5788800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Programming </a:t>
            </a:r>
            <a:r>
              <a:rPr lang="en">
                <a:solidFill>
                  <a:schemeClr val="accent2"/>
                </a:solidFill>
              </a:rPr>
              <a:t>‘Language’ </a:t>
            </a:r>
            <a:r>
              <a:rPr lang="en">
                <a:solidFill>
                  <a:schemeClr val="accent3"/>
                </a:solidFill>
              </a:rPr>
              <a:t>{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459" name="Google Shape;459;p27"/>
          <p:cNvSpPr txBox="1">
            <a:spLocks noGrp="1"/>
          </p:cNvSpPr>
          <p:nvPr>
            <p:ph type="subTitle" idx="1"/>
          </p:nvPr>
        </p:nvSpPr>
        <p:spPr>
          <a:xfrm>
            <a:off x="2231025" y="2765300"/>
            <a:ext cx="6202800" cy="46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&lt; 3 Desvetajas de desarrolar aplicaciones moviles&gt;</a:t>
            </a:r>
            <a:endParaRPr dirty="0"/>
          </a:p>
        </p:txBody>
      </p:sp>
      <p:sp>
        <p:nvSpPr>
          <p:cNvPr id="460" name="Google Shape;460;p27"/>
          <p:cNvSpPr txBox="1">
            <a:spLocks noGrp="1"/>
          </p:cNvSpPr>
          <p:nvPr>
            <p:ph type="subTitle" idx="1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Programming Language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461" name="Google Shape;461;p27"/>
          <p:cNvSpPr txBox="1">
            <a:spLocks noGrp="1"/>
          </p:cNvSpPr>
          <p:nvPr>
            <p:ph type="subTitle" idx="2"/>
          </p:nvPr>
        </p:nvSpPr>
        <p:spPr>
          <a:xfrm>
            <a:off x="1788724" y="1761800"/>
            <a:ext cx="6202797" cy="46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6"/>
                </a:solidFill>
              </a:rPr>
              <a:t>[</a:t>
            </a:r>
            <a:r>
              <a:rPr lang="en" dirty="0">
                <a:solidFill>
                  <a:schemeClr val="accent1"/>
                </a:solidFill>
              </a:rPr>
              <a:t>DESVETAJAS </a:t>
            </a:r>
            <a:r>
              <a:rPr lang="en" dirty="0">
                <a:solidFill>
                  <a:schemeClr val="lt2"/>
                </a:solidFill>
              </a:rPr>
              <a:t>APPS MOVILES</a:t>
            </a:r>
            <a:r>
              <a:rPr lang="en" dirty="0">
                <a:solidFill>
                  <a:schemeClr val="accent6"/>
                </a:solidFill>
              </a:rPr>
              <a:t>] </a:t>
            </a:r>
            <a:endParaRPr dirty="0">
              <a:solidFill>
                <a:schemeClr val="accent6"/>
              </a:solidFill>
            </a:endParaRPr>
          </a:p>
        </p:txBody>
      </p:sp>
      <p:grpSp>
        <p:nvGrpSpPr>
          <p:cNvPr id="462" name="Google Shape;462;p27"/>
          <p:cNvGrpSpPr/>
          <p:nvPr/>
        </p:nvGrpSpPr>
        <p:grpSpPr>
          <a:xfrm>
            <a:off x="1413525" y="1759900"/>
            <a:ext cx="506100" cy="2444350"/>
            <a:chOff x="1413525" y="1759900"/>
            <a:chExt cx="506100" cy="2444350"/>
          </a:xfrm>
        </p:grpSpPr>
        <p:cxnSp>
          <p:nvCxnSpPr>
            <p:cNvPr id="463" name="Google Shape;463;p27"/>
            <p:cNvCxnSpPr/>
            <p:nvPr/>
          </p:nvCxnSpPr>
          <p:spPr>
            <a:xfrm>
              <a:off x="1552225" y="1759900"/>
              <a:ext cx="0" cy="17634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64" name="Google Shape;464;p27"/>
            <p:cNvSpPr txBox="1"/>
            <p:nvPr/>
          </p:nvSpPr>
          <p:spPr>
            <a:xfrm>
              <a:off x="1413525" y="3557750"/>
              <a:ext cx="5061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>
                  <a:solidFill>
                    <a:schemeClr val="accent3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300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sp>
        <p:nvSpPr>
          <p:cNvPr id="465" name="Google Shape;465;p27"/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index.html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66" name="Google Shape;466;p27"/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workshop.css</a:t>
            </a:r>
            <a:endParaRPr sz="140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32"/>
          <p:cNvSpPr txBox="1">
            <a:spLocks noGrp="1"/>
          </p:cNvSpPr>
          <p:nvPr>
            <p:ph type="title"/>
          </p:nvPr>
        </p:nvSpPr>
        <p:spPr>
          <a:xfrm>
            <a:off x="1131500" y="621250"/>
            <a:ext cx="4045200" cy="53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Introduction; </a:t>
            </a:r>
            <a:r>
              <a:rPr lang="en">
                <a:solidFill>
                  <a:schemeClr val="accent6"/>
                </a:solidFill>
              </a:rPr>
              <a:t>{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562" name="Google Shape;562;p32"/>
          <p:cNvSpPr txBox="1">
            <a:spLocks noGrp="1"/>
          </p:cNvSpPr>
          <p:nvPr>
            <p:ph type="subTitle" idx="1"/>
          </p:nvPr>
        </p:nvSpPr>
        <p:spPr>
          <a:xfrm>
            <a:off x="1593350" y="1574450"/>
            <a:ext cx="5539200" cy="189925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2"/>
                </a:solidFill>
              </a:rPr>
              <a:t>&lt;!-- </a:t>
            </a:r>
            <a:r>
              <a:rPr lang="en" dirty="0">
                <a:solidFill>
                  <a:schemeClr val="accent2"/>
                </a:solidFill>
              </a:rPr>
              <a:t>Breve introducción acerca de las desventajas de las aplicaciones móviles --&gt; </a:t>
            </a:r>
            <a:endParaRPr dirty="0">
              <a:solidFill>
                <a:schemeClr val="accent2"/>
              </a:solidFill>
            </a:endParaRPr>
          </a:p>
          <a:p>
            <a:pPr marL="449116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6"/>
                </a:solidFill>
              </a:rPr>
              <a:t>&lt;</a:t>
            </a:r>
            <a:r>
              <a:rPr lang="en" dirty="0">
                <a:solidFill>
                  <a:schemeClr val="accent1"/>
                </a:solidFill>
              </a:rPr>
              <a:t>p</a:t>
            </a:r>
            <a:r>
              <a:rPr lang="en" dirty="0">
                <a:solidFill>
                  <a:schemeClr val="accent3"/>
                </a:solidFill>
              </a:rPr>
              <a:t> </a:t>
            </a:r>
            <a:r>
              <a:rPr lang="es-ES" dirty="0">
                <a:solidFill>
                  <a:schemeClr val="accent3"/>
                </a:solidFill>
              </a:rPr>
              <a:t>Las desventajas de las aplicaciones móviles incluyen altos costos de desarrollo, fragmentación de plataformas, desafíos en la experiencia del usuario y dificultades en la distribución y actualización.</a:t>
            </a:r>
            <a:r>
              <a:rPr lang="en" dirty="0">
                <a:solidFill>
                  <a:schemeClr val="accent3"/>
                </a:solidFill>
              </a:rPr>
              <a:t>&gt;</a:t>
            </a:r>
            <a:endParaRPr dirty="0">
              <a:solidFill>
                <a:schemeClr val="accent3"/>
              </a:solidFill>
            </a:endParaRPr>
          </a:p>
        </p:txBody>
      </p:sp>
      <p:grpSp>
        <p:nvGrpSpPr>
          <p:cNvPr id="563" name="Google Shape;563;p32"/>
          <p:cNvGrpSpPr/>
          <p:nvPr/>
        </p:nvGrpSpPr>
        <p:grpSpPr>
          <a:xfrm>
            <a:off x="1084825" y="1168950"/>
            <a:ext cx="506100" cy="3431975"/>
            <a:chOff x="1084825" y="1168950"/>
            <a:chExt cx="506100" cy="3431975"/>
          </a:xfrm>
        </p:grpSpPr>
        <p:sp>
          <p:nvSpPr>
            <p:cNvPr id="564" name="Google Shape;564;p32"/>
            <p:cNvSpPr txBox="1"/>
            <p:nvPr/>
          </p:nvSpPr>
          <p:spPr>
            <a:xfrm>
              <a:off x="1084825" y="3954425"/>
              <a:ext cx="5061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>
                  <a:solidFill>
                    <a:schemeClr val="accent6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30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cxnSp>
          <p:nvCxnSpPr>
            <p:cNvPr id="565" name="Google Shape;565;p32"/>
            <p:cNvCxnSpPr/>
            <p:nvPr/>
          </p:nvCxnSpPr>
          <p:spPr>
            <a:xfrm>
              <a:off x="1337875" y="1168950"/>
              <a:ext cx="0" cy="27672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566" name="Google Shape;566;p32"/>
          <p:cNvGrpSpPr/>
          <p:nvPr/>
        </p:nvGrpSpPr>
        <p:grpSpPr>
          <a:xfrm>
            <a:off x="2008321" y="2971150"/>
            <a:ext cx="667800" cy="902750"/>
            <a:chOff x="2008321" y="2971150"/>
            <a:chExt cx="667800" cy="902750"/>
          </a:xfrm>
        </p:grpSpPr>
        <p:cxnSp>
          <p:nvCxnSpPr>
            <p:cNvPr id="567" name="Google Shape;567;p32"/>
            <p:cNvCxnSpPr/>
            <p:nvPr/>
          </p:nvCxnSpPr>
          <p:spPr>
            <a:xfrm>
              <a:off x="2280025" y="2971150"/>
              <a:ext cx="0" cy="5217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68" name="Google Shape;568;p32"/>
            <p:cNvSpPr txBox="1"/>
            <p:nvPr/>
          </p:nvSpPr>
          <p:spPr>
            <a:xfrm>
              <a:off x="2008321" y="3473700"/>
              <a:ext cx="6678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Fira Code"/>
                  <a:ea typeface="Fira Code"/>
                  <a:cs typeface="Fira Code"/>
                  <a:sym typeface="Fira Code"/>
                </a:rPr>
                <a:t>&lt;</a:t>
              </a:r>
              <a:r>
                <a:rPr lang="en">
                  <a:solidFill>
                    <a:schemeClr val="accent1"/>
                  </a:solidFill>
                  <a:latin typeface="Fira Code"/>
                  <a:ea typeface="Fira Code"/>
                  <a:cs typeface="Fira Code"/>
                  <a:sym typeface="Fira Code"/>
                </a:rPr>
                <a:t>/p</a:t>
              </a:r>
              <a:r>
                <a:rPr lang="en">
                  <a:solidFill>
                    <a:schemeClr val="accent6"/>
                  </a:solidFill>
                  <a:latin typeface="Fira Code"/>
                  <a:ea typeface="Fira Code"/>
                  <a:cs typeface="Fira Code"/>
                  <a:sym typeface="Fira Code"/>
                </a:rPr>
                <a:t>&gt;</a:t>
              </a:r>
              <a:endParaRPr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sp>
        <p:nvSpPr>
          <p:cNvPr id="569" name="Google Shape;569;p32"/>
          <p:cNvSpPr txBox="1">
            <a:spLocks noGrp="1"/>
          </p:cNvSpPr>
          <p:nvPr>
            <p:ph type="subTitle" idx="1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Programming Language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570" name="Google Shape;570;p32"/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forbeginners.html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571" name="Google Shape;571;p32"/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workshop.css</a:t>
            </a:r>
            <a:endParaRPr sz="140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29"/>
          <p:cNvSpPr txBox="1">
            <a:spLocks noGrp="1"/>
          </p:cNvSpPr>
          <p:nvPr>
            <p:ph type="title"/>
          </p:nvPr>
        </p:nvSpPr>
        <p:spPr>
          <a:xfrm flipH="1">
            <a:off x="1460450" y="1436713"/>
            <a:ext cx="8721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481" name="Google Shape;481;p29"/>
          <p:cNvSpPr txBox="1">
            <a:spLocks noGrp="1"/>
          </p:cNvSpPr>
          <p:nvPr>
            <p:ph type="subTitle" idx="1"/>
          </p:nvPr>
        </p:nvSpPr>
        <p:spPr>
          <a:xfrm>
            <a:off x="2332550" y="1775113"/>
            <a:ext cx="3129000" cy="48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&lt; Existen una gran cantidad de dispositivos y cambios &gt;</a:t>
            </a:r>
            <a:endParaRPr dirty="0"/>
          </a:p>
        </p:txBody>
      </p:sp>
      <p:sp>
        <p:nvSpPr>
          <p:cNvPr id="482" name="Google Shape;482;p29"/>
          <p:cNvSpPr txBox="1">
            <a:spLocks noGrp="1"/>
          </p:cNvSpPr>
          <p:nvPr>
            <p:ph type="subTitle" idx="2"/>
          </p:nvPr>
        </p:nvSpPr>
        <p:spPr>
          <a:xfrm>
            <a:off x="2332549" y="1436725"/>
            <a:ext cx="5127431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Mantenimiento y Compatibilidad</a:t>
            </a:r>
            <a:endParaRPr dirty="0"/>
          </a:p>
        </p:txBody>
      </p:sp>
      <p:sp>
        <p:nvSpPr>
          <p:cNvPr id="483" name="Google Shape;483;p29"/>
          <p:cNvSpPr txBox="1">
            <a:spLocks noGrp="1"/>
          </p:cNvSpPr>
          <p:nvPr>
            <p:ph type="title" idx="3"/>
          </p:nvPr>
        </p:nvSpPr>
        <p:spPr>
          <a:xfrm flipH="1">
            <a:off x="2850125" y="2419862"/>
            <a:ext cx="8721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484" name="Google Shape;484;p29"/>
          <p:cNvSpPr txBox="1">
            <a:spLocks noGrp="1"/>
          </p:cNvSpPr>
          <p:nvPr>
            <p:ph type="subTitle" idx="4"/>
          </p:nvPr>
        </p:nvSpPr>
        <p:spPr>
          <a:xfrm>
            <a:off x="3722224" y="2755463"/>
            <a:ext cx="3356755" cy="48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&lt; Muchas aplicaciones en el mercado e ideas utilizadas &gt;</a:t>
            </a:r>
            <a:endParaRPr dirty="0"/>
          </a:p>
        </p:txBody>
      </p:sp>
      <p:sp>
        <p:nvSpPr>
          <p:cNvPr id="485" name="Google Shape;485;p29"/>
          <p:cNvSpPr txBox="1">
            <a:spLocks noGrp="1"/>
          </p:cNvSpPr>
          <p:nvPr>
            <p:ph type="subTitle" idx="5"/>
          </p:nvPr>
        </p:nvSpPr>
        <p:spPr>
          <a:xfrm>
            <a:off x="3722225" y="2419850"/>
            <a:ext cx="31290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23B"/>
              </a:buClr>
              <a:buSzPts val="2000"/>
              <a:buFont typeface="Fira Code"/>
              <a:buNone/>
              <a:tabLst/>
              <a:defRPr/>
            </a:pPr>
            <a:r>
              <a:rPr kumimoji="0" lang="es-GT" sz="1800" b="0" i="0" u="none" strike="noStrike" kern="0" cap="none" spc="0" normalizeH="0" baseline="0" noProof="0" dirty="0">
                <a:ln>
                  <a:noFill/>
                </a:ln>
                <a:solidFill>
                  <a:srgbClr val="FCC642"/>
                </a:solidFill>
                <a:effectLst/>
                <a:uLnTx/>
                <a:uFillTx/>
                <a:latin typeface="Fira Code"/>
                <a:ea typeface="Fira Code"/>
                <a:cs typeface="Fira Code"/>
                <a:sym typeface="Fira Code"/>
              </a:rPr>
              <a:t>Fuerte Competencia</a:t>
            </a:r>
          </a:p>
        </p:txBody>
      </p:sp>
      <p:sp>
        <p:nvSpPr>
          <p:cNvPr id="486" name="Google Shape;486;p29"/>
          <p:cNvSpPr txBox="1">
            <a:spLocks noGrp="1"/>
          </p:cNvSpPr>
          <p:nvPr>
            <p:ph type="title" idx="6"/>
          </p:nvPr>
        </p:nvSpPr>
        <p:spPr>
          <a:xfrm flipH="1">
            <a:off x="4242875" y="3400212"/>
            <a:ext cx="8721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487" name="Google Shape;487;p29"/>
          <p:cNvSpPr txBox="1">
            <a:spLocks noGrp="1"/>
          </p:cNvSpPr>
          <p:nvPr>
            <p:ph type="subTitle" idx="7"/>
          </p:nvPr>
        </p:nvSpPr>
        <p:spPr>
          <a:xfrm>
            <a:off x="5114975" y="3769073"/>
            <a:ext cx="3129000" cy="48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&lt; Los móviles cuentan con menos recursos que una computadora convencional &gt;</a:t>
            </a:r>
            <a:endParaRPr dirty="0"/>
          </a:p>
        </p:txBody>
      </p:sp>
      <p:sp>
        <p:nvSpPr>
          <p:cNvPr id="488" name="Google Shape;488;p29"/>
          <p:cNvSpPr txBox="1">
            <a:spLocks noGrp="1"/>
          </p:cNvSpPr>
          <p:nvPr>
            <p:ph type="subTitle" idx="8"/>
          </p:nvPr>
        </p:nvSpPr>
        <p:spPr>
          <a:xfrm>
            <a:off x="5114975" y="3400200"/>
            <a:ext cx="31290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Recursos limitados</a:t>
            </a:r>
            <a:endParaRPr dirty="0"/>
          </a:p>
        </p:txBody>
      </p:sp>
      <p:sp>
        <p:nvSpPr>
          <p:cNvPr id="489" name="Google Shape;489;p29"/>
          <p:cNvSpPr txBox="1">
            <a:spLocks noGrp="1"/>
          </p:cNvSpPr>
          <p:nvPr>
            <p:ph type="title" idx="9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</a:t>
            </a:r>
            <a:r>
              <a:rPr lang="en">
                <a:solidFill>
                  <a:schemeClr val="accent2"/>
                </a:solidFill>
              </a:rPr>
              <a:t>‘Contents’</a:t>
            </a:r>
            <a:r>
              <a:rPr lang="en"/>
              <a:t> </a:t>
            </a:r>
            <a:r>
              <a:rPr lang="en">
                <a:solidFill>
                  <a:schemeClr val="accent6"/>
                </a:solidFill>
              </a:rPr>
              <a:t>{</a:t>
            </a:r>
            <a:endParaRPr>
              <a:solidFill>
                <a:schemeClr val="accent6"/>
              </a:solidFill>
            </a:endParaRPr>
          </a:p>
        </p:txBody>
      </p:sp>
      <p:grpSp>
        <p:nvGrpSpPr>
          <p:cNvPr id="490" name="Google Shape;490;p29"/>
          <p:cNvGrpSpPr/>
          <p:nvPr/>
        </p:nvGrpSpPr>
        <p:grpSpPr>
          <a:xfrm>
            <a:off x="1084825" y="1168950"/>
            <a:ext cx="506100" cy="3401075"/>
            <a:chOff x="1084825" y="1168950"/>
            <a:chExt cx="506100" cy="3401075"/>
          </a:xfrm>
        </p:grpSpPr>
        <p:sp>
          <p:nvSpPr>
            <p:cNvPr id="491" name="Google Shape;491;p29"/>
            <p:cNvSpPr txBox="1"/>
            <p:nvPr/>
          </p:nvSpPr>
          <p:spPr>
            <a:xfrm>
              <a:off x="1084825" y="3954425"/>
              <a:ext cx="5061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chemeClr val="accent6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28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cxnSp>
          <p:nvCxnSpPr>
            <p:cNvPr id="492" name="Google Shape;492;p29"/>
            <p:cNvCxnSpPr/>
            <p:nvPr/>
          </p:nvCxnSpPr>
          <p:spPr>
            <a:xfrm>
              <a:off x="1337875" y="1168950"/>
              <a:ext cx="0" cy="27645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93" name="Google Shape;493;p29"/>
          <p:cNvSpPr txBox="1">
            <a:spLocks noGrp="1"/>
          </p:cNvSpPr>
          <p:nvPr>
            <p:ph type="subTitle" idx="1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Programming Language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494" name="Google Shape;494;p29"/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forbeginners.html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495" name="Google Shape;495;p29"/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workshop.css</a:t>
            </a:r>
            <a:endParaRPr sz="140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30"/>
          <p:cNvSpPr txBox="1">
            <a:spLocks noGrp="1"/>
          </p:cNvSpPr>
          <p:nvPr>
            <p:ph type="title"/>
          </p:nvPr>
        </p:nvSpPr>
        <p:spPr>
          <a:xfrm flipH="1">
            <a:off x="2054663" y="586975"/>
            <a:ext cx="1842300" cy="11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dirty="0"/>
              <a:t>01 </a:t>
            </a:r>
            <a:r>
              <a:rPr lang="en" sz="5000" dirty="0">
                <a:solidFill>
                  <a:schemeClr val="accent6"/>
                </a:solidFill>
              </a:rPr>
              <a:t>{</a:t>
            </a:r>
            <a:endParaRPr sz="5000" dirty="0">
              <a:solidFill>
                <a:schemeClr val="accent6"/>
              </a:solidFill>
            </a:endParaRPr>
          </a:p>
        </p:txBody>
      </p:sp>
      <p:sp>
        <p:nvSpPr>
          <p:cNvPr id="501" name="Google Shape;501;p30"/>
          <p:cNvSpPr txBox="1">
            <a:spLocks noGrp="1"/>
          </p:cNvSpPr>
          <p:nvPr>
            <p:ph type="title" idx="2"/>
          </p:nvPr>
        </p:nvSpPr>
        <p:spPr>
          <a:xfrm>
            <a:off x="2605788" y="1846623"/>
            <a:ext cx="5377200" cy="53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GT" dirty="0">
                <a:solidFill>
                  <a:schemeClr val="accent6"/>
                </a:solidFill>
              </a:rPr>
              <a:t>[</a:t>
            </a:r>
            <a:r>
              <a:rPr lang="es-GT" dirty="0">
                <a:solidFill>
                  <a:schemeClr val="accent1"/>
                </a:solidFill>
              </a:rPr>
              <a:t>Mantenimiento y Compatibilidad</a:t>
            </a:r>
            <a:r>
              <a:rPr lang="es-GT" dirty="0">
                <a:solidFill>
                  <a:schemeClr val="accent6"/>
                </a:solidFill>
              </a:rPr>
              <a:t>]</a:t>
            </a:r>
            <a:r>
              <a:rPr lang="es-GT" dirty="0">
                <a:solidFill>
                  <a:schemeClr val="accent1"/>
                </a:solidFill>
              </a:rPr>
              <a:t> </a:t>
            </a:r>
            <a:endParaRPr lang="es-GT" dirty="0">
              <a:solidFill>
                <a:schemeClr val="accent3"/>
              </a:solidFill>
            </a:endParaRPr>
          </a:p>
        </p:txBody>
      </p:sp>
      <p:sp>
        <p:nvSpPr>
          <p:cNvPr id="502" name="Google Shape;502;p30"/>
          <p:cNvSpPr txBox="1">
            <a:spLocks noGrp="1"/>
          </p:cNvSpPr>
          <p:nvPr>
            <p:ph type="subTitle" idx="1"/>
          </p:nvPr>
        </p:nvSpPr>
        <p:spPr>
          <a:xfrm>
            <a:off x="3038363" y="2631005"/>
            <a:ext cx="3960900" cy="78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&lt; </a:t>
            </a:r>
            <a:r>
              <a:rPr lang="es-ES" dirty="0"/>
              <a:t>Existen una gran cantidad de dispositivos y cambios </a:t>
            </a:r>
            <a:r>
              <a:rPr lang="en" dirty="0"/>
              <a:t>&gt;</a:t>
            </a:r>
            <a:endParaRPr dirty="0"/>
          </a:p>
        </p:txBody>
      </p:sp>
      <p:sp>
        <p:nvSpPr>
          <p:cNvPr id="503" name="Google Shape;503;p30"/>
          <p:cNvSpPr txBox="1"/>
          <p:nvPr/>
        </p:nvSpPr>
        <p:spPr>
          <a:xfrm>
            <a:off x="2127375" y="3586575"/>
            <a:ext cx="506100" cy="7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 sz="5000">
              <a:solidFill>
                <a:schemeClr val="accent6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cxnSp>
        <p:nvCxnSpPr>
          <p:cNvPr id="504" name="Google Shape;504;p30"/>
          <p:cNvCxnSpPr>
            <a:endCxn id="503" idx="0"/>
          </p:cNvCxnSpPr>
          <p:nvPr/>
        </p:nvCxnSpPr>
        <p:spPr>
          <a:xfrm>
            <a:off x="2380425" y="1478475"/>
            <a:ext cx="0" cy="21081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05" name="Google Shape;505;p30"/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Programming Language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506" name="Google Shape;506;p30"/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forbeginners.html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507" name="Google Shape;507;p30"/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workshop.css</a:t>
            </a:r>
            <a:endParaRPr sz="140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30"/>
          <p:cNvSpPr txBox="1">
            <a:spLocks noGrp="1"/>
          </p:cNvSpPr>
          <p:nvPr>
            <p:ph type="title"/>
          </p:nvPr>
        </p:nvSpPr>
        <p:spPr>
          <a:xfrm flipH="1">
            <a:off x="2054663" y="586975"/>
            <a:ext cx="1842300" cy="11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dirty="0"/>
              <a:t>02 </a:t>
            </a:r>
            <a:r>
              <a:rPr lang="en" sz="5000" dirty="0">
                <a:solidFill>
                  <a:schemeClr val="accent6"/>
                </a:solidFill>
              </a:rPr>
              <a:t>{</a:t>
            </a:r>
            <a:endParaRPr sz="5000" dirty="0">
              <a:solidFill>
                <a:schemeClr val="accent6"/>
              </a:solidFill>
            </a:endParaRPr>
          </a:p>
        </p:txBody>
      </p:sp>
      <p:sp>
        <p:nvSpPr>
          <p:cNvPr id="501" name="Google Shape;501;p30"/>
          <p:cNvSpPr txBox="1">
            <a:spLocks noGrp="1"/>
          </p:cNvSpPr>
          <p:nvPr>
            <p:ph type="title" idx="2"/>
          </p:nvPr>
        </p:nvSpPr>
        <p:spPr>
          <a:xfrm>
            <a:off x="2605788" y="1846623"/>
            <a:ext cx="5377200" cy="53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GT" dirty="0">
                <a:solidFill>
                  <a:schemeClr val="accent6"/>
                </a:solidFill>
              </a:rPr>
              <a:t>[</a:t>
            </a:r>
            <a:r>
              <a:rPr lang="es-GT" dirty="0">
                <a:solidFill>
                  <a:srgbClr val="FCC642"/>
                </a:solidFill>
              </a:rPr>
              <a:t>Fuerte Competencia</a:t>
            </a:r>
            <a:r>
              <a:rPr lang="es-GT" dirty="0">
                <a:solidFill>
                  <a:schemeClr val="accent6"/>
                </a:solidFill>
              </a:rPr>
              <a:t>]</a:t>
            </a:r>
            <a:r>
              <a:rPr lang="es-GT" dirty="0">
                <a:solidFill>
                  <a:schemeClr val="accent1"/>
                </a:solidFill>
              </a:rPr>
              <a:t> </a:t>
            </a:r>
            <a:endParaRPr lang="es-GT" dirty="0">
              <a:solidFill>
                <a:schemeClr val="accent3"/>
              </a:solidFill>
            </a:endParaRPr>
          </a:p>
        </p:txBody>
      </p:sp>
      <p:sp>
        <p:nvSpPr>
          <p:cNvPr id="502" name="Google Shape;502;p30"/>
          <p:cNvSpPr txBox="1">
            <a:spLocks noGrp="1"/>
          </p:cNvSpPr>
          <p:nvPr>
            <p:ph type="subTitle" idx="1"/>
          </p:nvPr>
        </p:nvSpPr>
        <p:spPr>
          <a:xfrm>
            <a:off x="3038362" y="2486225"/>
            <a:ext cx="4139677" cy="78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&lt; </a:t>
            </a:r>
            <a:r>
              <a:rPr lang="es-ES" dirty="0"/>
              <a:t>Muchas aplicaciones en el mercado e ideas utilizadas </a:t>
            </a:r>
            <a:r>
              <a:rPr lang="en" dirty="0"/>
              <a:t>&gt;</a:t>
            </a:r>
            <a:endParaRPr dirty="0"/>
          </a:p>
        </p:txBody>
      </p:sp>
      <p:sp>
        <p:nvSpPr>
          <p:cNvPr id="503" name="Google Shape;503;p30"/>
          <p:cNvSpPr txBox="1"/>
          <p:nvPr/>
        </p:nvSpPr>
        <p:spPr>
          <a:xfrm>
            <a:off x="2127375" y="3586575"/>
            <a:ext cx="506100" cy="7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5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 kumimoji="0" sz="5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ira Code"/>
              <a:ea typeface="Fira Code"/>
              <a:cs typeface="Fira Code"/>
              <a:sym typeface="Fira Code"/>
            </a:endParaRPr>
          </a:p>
        </p:txBody>
      </p:sp>
      <p:cxnSp>
        <p:nvCxnSpPr>
          <p:cNvPr id="504" name="Google Shape;504;p30"/>
          <p:cNvCxnSpPr>
            <a:endCxn id="503" idx="0"/>
          </p:cNvCxnSpPr>
          <p:nvPr/>
        </p:nvCxnSpPr>
        <p:spPr>
          <a:xfrm>
            <a:off x="2380425" y="1478475"/>
            <a:ext cx="0" cy="21081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05" name="Google Shape;505;p30"/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Programming Language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506" name="Google Shape;506;p30"/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forbeginners.html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507" name="Google Shape;507;p30"/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workshop.css</a:t>
            </a:r>
            <a:endParaRPr sz="140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75153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30"/>
          <p:cNvSpPr txBox="1">
            <a:spLocks noGrp="1"/>
          </p:cNvSpPr>
          <p:nvPr>
            <p:ph type="title"/>
          </p:nvPr>
        </p:nvSpPr>
        <p:spPr>
          <a:xfrm flipH="1">
            <a:off x="2054663" y="586975"/>
            <a:ext cx="1842300" cy="11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dirty="0"/>
              <a:t>03 </a:t>
            </a:r>
            <a:r>
              <a:rPr lang="en" sz="5000" dirty="0">
                <a:solidFill>
                  <a:schemeClr val="accent6"/>
                </a:solidFill>
              </a:rPr>
              <a:t>{</a:t>
            </a:r>
            <a:endParaRPr sz="5000" dirty="0">
              <a:solidFill>
                <a:schemeClr val="accent6"/>
              </a:solidFill>
            </a:endParaRPr>
          </a:p>
        </p:txBody>
      </p:sp>
      <p:sp>
        <p:nvSpPr>
          <p:cNvPr id="501" name="Google Shape;501;p30"/>
          <p:cNvSpPr txBox="1">
            <a:spLocks noGrp="1"/>
          </p:cNvSpPr>
          <p:nvPr>
            <p:ph type="title" idx="2"/>
          </p:nvPr>
        </p:nvSpPr>
        <p:spPr>
          <a:xfrm>
            <a:off x="2605788" y="1846623"/>
            <a:ext cx="5377200" cy="53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GT" dirty="0">
                <a:solidFill>
                  <a:schemeClr val="accent6"/>
                </a:solidFill>
              </a:rPr>
              <a:t>[</a:t>
            </a:r>
            <a:r>
              <a:rPr lang="es-GT" dirty="0"/>
              <a:t>Recurso limitados</a:t>
            </a:r>
            <a:r>
              <a:rPr lang="es-GT" dirty="0">
                <a:solidFill>
                  <a:schemeClr val="accent6"/>
                </a:solidFill>
              </a:rPr>
              <a:t>]</a:t>
            </a:r>
            <a:r>
              <a:rPr lang="es-GT" dirty="0">
                <a:solidFill>
                  <a:schemeClr val="accent1"/>
                </a:solidFill>
              </a:rPr>
              <a:t> </a:t>
            </a:r>
            <a:endParaRPr lang="es-GT" dirty="0">
              <a:solidFill>
                <a:schemeClr val="accent3"/>
              </a:solidFill>
            </a:endParaRPr>
          </a:p>
        </p:txBody>
      </p:sp>
      <p:sp>
        <p:nvSpPr>
          <p:cNvPr id="502" name="Google Shape;502;p30"/>
          <p:cNvSpPr txBox="1">
            <a:spLocks noGrp="1"/>
          </p:cNvSpPr>
          <p:nvPr>
            <p:ph type="subTitle" idx="1"/>
          </p:nvPr>
        </p:nvSpPr>
        <p:spPr>
          <a:xfrm>
            <a:off x="3038362" y="2486225"/>
            <a:ext cx="4139677" cy="78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&lt; </a:t>
            </a:r>
            <a:r>
              <a:rPr lang="es-ES" dirty="0"/>
              <a:t>Los móviles cuentan con menos recursos que una computadora convencional </a:t>
            </a:r>
            <a:r>
              <a:rPr lang="en" dirty="0"/>
              <a:t>&gt;</a:t>
            </a:r>
            <a:endParaRPr dirty="0"/>
          </a:p>
        </p:txBody>
      </p:sp>
      <p:sp>
        <p:nvSpPr>
          <p:cNvPr id="503" name="Google Shape;503;p30"/>
          <p:cNvSpPr txBox="1"/>
          <p:nvPr/>
        </p:nvSpPr>
        <p:spPr>
          <a:xfrm>
            <a:off x="2127375" y="3586575"/>
            <a:ext cx="506100" cy="7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5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 kumimoji="0" sz="5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ira Code"/>
              <a:ea typeface="Fira Code"/>
              <a:cs typeface="Fira Code"/>
              <a:sym typeface="Fira Code"/>
            </a:endParaRPr>
          </a:p>
        </p:txBody>
      </p:sp>
      <p:cxnSp>
        <p:nvCxnSpPr>
          <p:cNvPr id="504" name="Google Shape;504;p30"/>
          <p:cNvCxnSpPr>
            <a:endCxn id="503" idx="0"/>
          </p:cNvCxnSpPr>
          <p:nvPr/>
        </p:nvCxnSpPr>
        <p:spPr>
          <a:xfrm>
            <a:off x="2380425" y="1478475"/>
            <a:ext cx="0" cy="21081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05" name="Google Shape;505;p30"/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Programming Language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506" name="Google Shape;506;p30"/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forbeginners.html</a:t>
            </a:r>
            <a:endParaRPr sz="1400">
              <a:solidFill>
                <a:schemeClr val="accent3"/>
              </a:solidFill>
            </a:endParaRPr>
          </a:p>
        </p:txBody>
      </p:sp>
      <p:sp>
        <p:nvSpPr>
          <p:cNvPr id="507" name="Google Shape;507;p30"/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workshop.css</a:t>
            </a:r>
            <a:endParaRPr sz="140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3517387"/>
      </p:ext>
    </p:extLst>
  </p:cSld>
  <p:clrMapOvr>
    <a:masterClrMapping/>
  </p:clrMapOvr>
</p:sld>
</file>

<file path=ppt/theme/theme1.xml><?xml version="1.0" encoding="utf-8"?>
<a:theme xmlns:a="http://schemas.openxmlformats.org/drawingml/2006/main" name="Programming Language Workshop for Beginners by Slidesgo">
  <a:themeElements>
    <a:clrScheme name="Simple Light">
      <a:dk1>
        <a:srgbClr val="2E323B"/>
      </a:dk1>
      <a:lt1>
        <a:srgbClr val="FF5858"/>
      </a:lt1>
      <a:dk2>
        <a:srgbClr val="72D9F0"/>
      </a:dk2>
      <a:lt2>
        <a:srgbClr val="FCC642"/>
      </a:lt2>
      <a:accent1>
        <a:srgbClr val="DBA0DB"/>
      </a:accent1>
      <a:accent2>
        <a:srgbClr val="A5CF27"/>
      </a:accent2>
      <a:accent3>
        <a:srgbClr val="E7E7E7"/>
      </a:accent3>
      <a:accent4>
        <a:srgbClr val="707070"/>
      </a:accent4>
      <a:accent5>
        <a:srgbClr val="16191F"/>
      </a:accent5>
      <a:accent6>
        <a:srgbClr val="FFFFFF"/>
      </a:accent6>
      <a:hlink>
        <a:srgbClr val="FF585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222</Words>
  <Application>Microsoft Office PowerPoint</Application>
  <PresentationFormat>Presentación en pantalla (16:9)</PresentationFormat>
  <Paragraphs>50</Paragraphs>
  <Slides>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9" baseType="lpstr">
      <vt:lpstr>Arial</vt:lpstr>
      <vt:lpstr>Fira Code</vt:lpstr>
      <vt:lpstr>Programming Language Workshop for Beginners by Slidesgo</vt:lpstr>
      <vt:lpstr>Programming ‘Language’ {</vt:lpstr>
      <vt:lpstr>Introduction; {</vt:lpstr>
      <vt:lpstr>01</vt:lpstr>
      <vt:lpstr>01 {</vt:lpstr>
      <vt:lpstr>02 {</vt:lpstr>
      <vt:lpstr>03 {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 ‘Language’ {</dc:title>
  <dc:creator>Marco Muralles</dc:creator>
  <cp:lastModifiedBy>207224 - MARCO VINIVIO MURALLES VASQUEZ</cp:lastModifiedBy>
  <cp:revision>13</cp:revision>
  <dcterms:modified xsi:type="dcterms:W3CDTF">2023-05-24T02:46:24Z</dcterms:modified>
</cp:coreProperties>
</file>